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 Override Business Justification Memo — Mid-Atlantic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2013-01-14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