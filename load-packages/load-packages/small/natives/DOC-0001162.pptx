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Wholesaler Order Pattern Analysis — CVS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2014-03-29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