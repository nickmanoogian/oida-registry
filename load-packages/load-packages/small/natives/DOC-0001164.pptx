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Whistleblower Response Protocol — 2015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2015-08-21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