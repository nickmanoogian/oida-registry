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IRC Prior Authorization Call Guide v7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