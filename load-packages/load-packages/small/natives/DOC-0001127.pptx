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Legal Hold Custodian Inventory — September 2015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2015-12-18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