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DEA SOM Inspection Preparation — Checklist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2014-09-09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