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Congressional Hearing Preparation — Subsys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2016-11-16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