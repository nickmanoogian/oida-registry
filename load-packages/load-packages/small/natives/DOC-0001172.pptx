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Speaker Bureau Payment Summary — Q2 2016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2014-11-25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