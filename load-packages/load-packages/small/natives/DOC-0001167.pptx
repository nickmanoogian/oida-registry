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DEA SOM Inspection Preparation — Checklist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Sarah Chen</a:t>
            </a:r>
          </a:p>
          <a:p>
            <a:r>
              <a:t>Date: 2013-07-21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