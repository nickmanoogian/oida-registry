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FY2016 — Sales Incentive Compensation Plan — Oxycodone Territory Quotas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2013-01-08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