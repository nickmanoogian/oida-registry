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DEA Compliance Response Preparation — 2016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2013-08-08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