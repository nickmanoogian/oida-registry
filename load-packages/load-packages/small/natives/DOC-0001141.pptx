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Hold Custodian Inventory — April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2016-12-07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